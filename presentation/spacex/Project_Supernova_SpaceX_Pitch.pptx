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03-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04-r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05-a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06-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07-betelg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08-sub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09-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10-bu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11-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